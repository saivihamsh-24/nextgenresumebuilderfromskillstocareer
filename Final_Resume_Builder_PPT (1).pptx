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65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5AB7A-F44A-4761-A5D8-DAECDD7AF3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773E9-55A1-4CAC-8F7A-DA722720206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2387" y="307565"/>
            <a:ext cx="9144000" cy="5724525"/>
          </a:xfrm>
        </p:spPr>
        <p:txBody>
          <a:bodyPr>
            <a:normAutofit/>
          </a:bodyPr>
          <a:lstStyle/>
          <a:p>
            <a:r>
              <a:t>Title : Next-Gen Resume Builder: From Skills to Career</a:t>
            </a:r>
          </a:p>
          <a:p>
            <a:r>
              <a:t>Student Name : Ch. Sai Vihamsh</a:t>
            </a:r>
          </a:p>
          <a:p>
            <a:r>
              <a:t>Cluster : 1</a:t>
            </a:r>
          </a:p>
          <a:p>
            <a:r>
              <a:t>Section : 4</a:t>
            </a:r>
          </a:p>
          <a:p/>
          <a:p>
            <a:r>
              <a:t>Under the guidance</a:t>
            </a:r>
          </a:p>
          <a:p>
            <a:r>
              <a:t>Of</a:t>
            </a:r>
          </a:p>
          <a:p>
            <a:r>
              <a:t>Supervisor Name:</a:t>
            </a:r>
          </a:p>
          <a:p/>
        </p:txBody>
      </p:sp>
      <p:sp>
        <p:nvSpPr>
          <p:cNvPr id="5" name="AutoShape 4" descr="KL University - Wikipedia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7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520" y="4340557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8380" y="311"/>
            <a:ext cx="10515600" cy="1325563"/>
          </a:xfrm>
        </p:spPr>
        <p:txBody>
          <a:bodyPr/>
          <a:lstStyle/>
          <a:p>
            <a:r>
              <a:t>Abstract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46760" y="932180"/>
            <a:ext cx="9931400" cy="5865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r>
              <a:t>The Next‑Gen Resume Builder is a web-based application that helps students and job seekers create professional resumes quickly. </a:t>
            </a:r>
          </a:p>
          <a:p>
            <a:r>
              <a:t>Users can enter their personal details, education, skills, projects, and achievements through a simple form interface. </a:t>
            </a:r>
          </a:p>
          <a:p>
            <a:r>
              <a:t>The system automatically generates a well‑structured resume preview in real time. </a:t>
            </a:r>
          </a:p>
          <a:p>
            <a:r>
              <a:t>Users can edit information instantly and view the updated resume layout dynamically. </a:t>
            </a:r>
          </a:p>
          <a:p>
            <a:r>
              <a:t>The application is developed using HTML, CSS, and JavaScript to provide an interactive and responsive experience. </a:t>
            </a:r>
          </a:p>
          <a:p>
            <a:r>
              <a:t>This system simplifies resume creation and helps users prepare professional resumes efficiently.</a:t>
            </a:r>
          </a:p>
        </p:txBody>
      </p:sp>
      <p:pic>
        <p:nvPicPr>
          <p:cNvPr id="1029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73" y="0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2407" y="109486"/>
            <a:ext cx="10515600" cy="1325563"/>
          </a:xfrm>
        </p:spPr>
        <p:txBody>
          <a:bodyPr/>
          <a:lstStyle/>
          <a:p>
            <a:r>
              <a:t>Existing System</a:t>
            </a:r>
          </a:p>
        </p:txBody>
      </p:sp>
      <p:pic>
        <p:nvPicPr>
          <p:cNvPr id="4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892" y="0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796411" y="1250420"/>
            <a:ext cx="1025504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t>Most students prepare resumes manually using text editors or basic templates.</a:t>
            </a:r>
          </a:p>
          <a:p>
            <a:r>
              <a:t>Designing resumes manually takes time and requires formatting knowledge.</a:t>
            </a:r>
          </a:p>
          <a:p>
            <a:r>
              <a:t>Users often face issues with layout alignment and proper structure.</a:t>
            </a:r>
          </a:p>
          <a:p>
            <a:r>
              <a:t>Updating resume information repeatedly is difficult.</a:t>
            </a:r>
          </a:p>
          <a:p>
            <a:r>
              <a:t>Many resumes look unprofessional due to poor formatting.</a:t>
            </a:r>
          </a:p>
          <a:p>
            <a:r>
              <a:t>There is no automatic preview or dynamic resume generation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5696" y="158648"/>
            <a:ext cx="4146755" cy="1325563"/>
          </a:xfrm>
        </p:spPr>
        <p:txBody>
          <a:bodyPr/>
          <a:lstStyle/>
          <a:p>
            <a:r>
              <a:t>Proposed System</a:t>
            </a:r>
          </a:p>
        </p:txBody>
      </p:sp>
      <p:pic>
        <p:nvPicPr>
          <p:cNvPr id="5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892" y="0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3231" y="1806632"/>
            <a:ext cx="1132581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t>The proposed system is a Smart Resume Builder that automatically generates resumes.</a:t>
            </a:r>
          </a:p>
          <a:p>
            <a:r>
              <a:t>Users enter details such as name, education, skills, and projects using a form.</a:t>
            </a:r>
          </a:p>
          <a:p>
            <a:r>
              <a:t>The system instantly generates a structured resume preview.</a:t>
            </a:r>
          </a:p>
          <a:p>
            <a:r>
              <a:t>Users can edit and update their information dynamically.</a:t>
            </a:r>
          </a:p>
          <a:p>
            <a:r>
              <a:t>The system provides a professional layout and organized sections.</a:t>
            </a:r>
          </a:p>
          <a:p>
            <a:r>
              <a:t>It reduces time and helps students create resumes easily without design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5890" y="0"/>
            <a:ext cx="4953000" cy="1170039"/>
          </a:xfrm>
        </p:spPr>
        <p:txBody>
          <a:bodyPr>
            <a:normAutofit/>
          </a:bodyPr>
          <a:lstStyle/>
          <a:p>
            <a:r>
              <a:t>System Architecture</a:t>
            </a:r>
          </a:p>
        </p:txBody>
      </p:sp>
      <p:pic>
        <p:nvPicPr>
          <p:cNvPr id="4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892" y="0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35973" y="1720839"/>
            <a:ext cx="672526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t>User: Enters personal, educational, and skill information.</a:t>
            </a:r>
          </a:p>
          <a:p/>
          <a:p>
            <a:r>
              <a:t>Web Browser: Opens the Resume Builder application.</a:t>
            </a:r>
          </a:p>
          <a:p/>
          <a:p>
            <a:r>
              <a:t>Frontend (HTML, CSS, JavaScript):</a:t>
            </a:r>
          </a:p>
          <a:p>
            <a:r>
              <a:t>Displays the input form and resume preview layout.</a:t>
            </a:r>
          </a:p>
          <a:p/>
          <a:p>
            <a:r>
              <a:t>JavaScript Logic:</a:t>
            </a:r>
          </a:p>
          <a:p>
            <a:r>
              <a:t>Processes user data and dynamically updates the resume output.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378" y="932375"/>
            <a:ext cx="3416197" cy="5124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890" y="18255"/>
            <a:ext cx="3989439" cy="1325563"/>
          </a:xfrm>
        </p:spPr>
        <p:txBody>
          <a:bodyPr/>
          <a:lstStyle/>
          <a:p>
            <a:r>
              <a:t>Project Modules</a:t>
            </a:r>
          </a:p>
        </p:txBody>
      </p:sp>
      <p:pic>
        <p:nvPicPr>
          <p:cNvPr id="4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892" y="0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80795" y="-128270"/>
            <a:ext cx="6066155" cy="7597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r>
              <a:t>User Input Module</a:t>
            </a:r>
          </a:p>
          <a:p>
            <a:r>
              <a:t>Users enter personal information, education, and skills.</a:t>
            </a:r>
          </a:p>
          <a:p>
            <a:r>
              <a:t>Resume Generation Module</a:t>
            </a:r>
          </a:p>
          <a:p>
            <a:r>
              <a:t>Automatically creates a structured resume layout.</a:t>
            </a:r>
          </a:p>
          <a:p>
            <a:r>
              <a:t>Preview Module</a:t>
            </a:r>
          </a:p>
          <a:p>
            <a:r>
              <a:t>Displays resume preview in real time.</a:t>
            </a:r>
          </a:p>
          <a:p>
            <a:r>
              <a:t>Edit Module</a:t>
            </a:r>
          </a:p>
          <a:p>
            <a:r>
              <a:t>Allows users to update and modify details easily.</a:t>
            </a:r>
          </a:p>
          <a:p>
            <a:r>
              <a:t>Download/Print Module</a:t>
            </a:r>
          </a:p>
          <a:p>
            <a:r>
              <a:t>Users can download or print the generated resume.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6639" y="-96991"/>
            <a:ext cx="2681748" cy="1325563"/>
          </a:xfrm>
        </p:spPr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858" y="1253331"/>
            <a:ext cx="10515600" cy="4351338"/>
          </a:xfrm>
        </p:spPr>
        <p:txBody>
          <a:bodyPr>
            <a:normAutofit/>
          </a:bodyPr>
          <a:lstStyle/>
          <a:p>
            <a:r>
              <a:t>To develop a web‑based Smart Resume Builder.</a:t>
            </a:r>
          </a:p>
          <a:p>
            <a:r>
              <a:t>To simplify resume creation for students and job seekers.</a:t>
            </a:r>
          </a:p>
          <a:p>
            <a:r>
              <a:t>To automatically generate a structured resume format.</a:t>
            </a:r>
          </a:p>
          <a:p>
            <a:r>
              <a:t>To allow real‑time preview and editing of resume details.</a:t>
            </a:r>
          </a:p>
          <a:p>
            <a:r>
              <a:t>To provide a user‑friendly interface for creating professional resumes.</a:t>
            </a:r>
          </a:p>
        </p:txBody>
      </p:sp>
      <p:pic>
        <p:nvPicPr>
          <p:cNvPr id="4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892" y="0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2971" y="-96992"/>
            <a:ext cx="5946058" cy="1325563"/>
          </a:xfrm>
        </p:spPr>
        <p:txBody>
          <a:bodyPr/>
          <a:lstStyle/>
          <a:p>
            <a:r>
              <a:t>CO's Attainments - FWD</a:t>
            </a:r>
          </a:p>
        </p:txBody>
      </p:sp>
      <p:pic>
        <p:nvPicPr>
          <p:cNvPr id="4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892" y="0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/>
          <p:cNvSpPr/>
          <p:nvPr>
            <p:ph idx="1"/>
          </p:nvPr>
        </p:nvSpPr>
        <p:spPr>
          <a:xfrm>
            <a:off x="341630" y="1134110"/>
            <a:ext cx="11012170" cy="5043170"/>
          </a:xfrm>
        </p:spPr>
        <p:txBody>
          <a:bodyPr>
            <a:normAutofit fontScale="40000"/>
          </a:bodyPr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ym typeface="+mn-ea"/>
              </a:rPr>
              <a:t>CO-1 (Internet + HTML/CSS)</a:t>
            </a:r>
            <a:endParaRPr lang="en-IN" b="1" dirty="0"/>
          </a:p>
          <a:p>
            <a:r>
              <a:rPr lang="en-IN" dirty="0">
                <a:sym typeface="+mn-ea"/>
              </a:rPr>
              <a:t>Static HTML pages (login, dashboard, etc.) use proper document structure and links.</a:t>
            </a:r>
            <a:endParaRPr lang="en-IN" dirty="0"/>
          </a:p>
          <a:p>
            <a:r>
              <a:rPr lang="en-IN" dirty="0">
                <a:sym typeface="+mn-ea"/>
              </a:rPr>
              <a:t>CSS provides layout, typography, </a:t>
            </a:r>
            <a:r>
              <a:rPr lang="en-IN" dirty="0" err="1">
                <a:sym typeface="+mn-ea"/>
              </a:rPr>
              <a:t>colors</a:t>
            </a:r>
            <a:r>
              <a:rPr lang="en-IN" dirty="0">
                <a:sym typeface="+mn-ea"/>
              </a:rPr>
              <a:t>, spacing, and basic hover/transition effects.</a:t>
            </a:r>
            <a:endParaRPr lang="en-IN" dirty="0"/>
          </a:p>
          <a:p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ym typeface="+mn-ea"/>
              </a:rPr>
              <a:t>CO-2 (Forms + Semantic + Layouts)</a:t>
            </a:r>
            <a:endParaRPr lang="en-IN" b="1" dirty="0"/>
          </a:p>
          <a:p>
            <a:r>
              <a:rPr lang="en-IN" dirty="0">
                <a:sym typeface="+mn-ea"/>
              </a:rPr>
              <a:t>Login/registration forms with inputs and basic validation messages.</a:t>
            </a:r>
            <a:endParaRPr lang="en-IN" dirty="0"/>
          </a:p>
          <a:p>
            <a:r>
              <a:rPr lang="en-IN" dirty="0">
                <a:sym typeface="+mn-ea"/>
              </a:rPr>
              <a:t>Structured layouts using header/menu/container; tables for lists; images via &lt;</a:t>
            </a:r>
            <a:r>
              <a:rPr lang="en-IN" dirty="0" err="1">
                <a:sym typeface="+mn-ea"/>
              </a:rPr>
              <a:t>img</a:t>
            </a:r>
            <a:r>
              <a:rPr lang="en-IN" dirty="0">
                <a:sym typeface="+mn-ea"/>
              </a:rPr>
              <a:t>&gt;.</a:t>
            </a:r>
            <a:endParaRPr lang="en-IN" dirty="0"/>
          </a:p>
          <a:p>
            <a:r>
              <a:rPr lang="en-IN" dirty="0">
                <a:sym typeface="+mn-ea"/>
              </a:rPr>
              <a:t>CSS includes flex layout, transitions, and shared variables.</a:t>
            </a:r>
            <a:endParaRPr lang="en-IN" dirty="0"/>
          </a:p>
          <a:p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ym typeface="+mn-ea"/>
              </a:rPr>
              <a:t>CO-3 (JS Essentials)</a:t>
            </a:r>
            <a:endParaRPr lang="en-IN" b="1" dirty="0"/>
          </a:p>
          <a:p>
            <a:r>
              <a:rPr lang="en-IN" dirty="0">
                <a:sym typeface="+mn-ea"/>
              </a:rPr>
              <a:t>JS uses functions, conditionals, objects/arrays, and array methods.</a:t>
            </a:r>
            <a:endParaRPr lang="en-IN" dirty="0"/>
          </a:p>
          <a:p>
            <a:r>
              <a:rPr lang="en-IN" dirty="0">
                <a:sym typeface="+mn-ea"/>
              </a:rPr>
              <a:t>Handles login/register logic and book list processing.</a:t>
            </a:r>
            <a:endParaRPr lang="en-IN" dirty="0"/>
          </a:p>
          <a:p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ym typeface="+mn-ea"/>
              </a:rPr>
              <a:t>CO-4 (DOM &amp; Interactivity)</a:t>
            </a:r>
            <a:endParaRPr lang="en-IN" b="1" dirty="0"/>
          </a:p>
          <a:p>
            <a:r>
              <a:rPr lang="en-IN" dirty="0">
                <a:sym typeface="+mn-ea"/>
              </a:rPr>
              <a:t>Shows/hides sections, updates page content, and responds to clicks/typing.</a:t>
            </a:r>
            <a:endParaRPr lang="en-IN" dirty="0"/>
          </a:p>
          <a:p>
            <a:r>
              <a:rPr lang="en-IN" dirty="0">
                <a:sym typeface="+mn-ea"/>
              </a:rPr>
              <a:t>Uses </a:t>
            </a:r>
            <a:r>
              <a:rPr lang="en-IN" dirty="0" err="1">
                <a:sym typeface="+mn-ea"/>
              </a:rPr>
              <a:t>localStorage</a:t>
            </a:r>
            <a:r>
              <a:rPr lang="en-IN" dirty="0">
                <a:sym typeface="+mn-ea"/>
              </a:rPr>
              <a:t> for persisting data (login state, books).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150" y="1141095"/>
            <a:ext cx="7202805" cy="2658745"/>
          </a:xfrm>
        </p:spPr>
        <p:txBody>
          <a:bodyPr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ym typeface="+mn-ea"/>
              </a:rPr>
              <a:t>Course Outcome 5 (Advanced + Deployment)</a:t>
            </a:r>
            <a:endParaRPr lang="en-US" b="1" dirty="0"/>
          </a:p>
          <a:p>
            <a:r>
              <a:rPr lang="en-US" dirty="0">
                <a:sym typeface="+mn-ea"/>
              </a:rPr>
              <a:t>Basic input validation and error messages.</a:t>
            </a:r>
            <a:endParaRPr lang="en-US" dirty="0"/>
          </a:p>
          <a:p>
            <a:r>
              <a:rPr lang="en-US" dirty="0">
                <a:sym typeface="+mn-ea"/>
              </a:rPr>
              <a:t>App is deployable as static site; can be improved with modules, meta tags, and API integration.</a:t>
            </a:r>
            <a:endParaRPr lang="en-US" dirty="0"/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2971" y="-126488"/>
            <a:ext cx="5946058" cy="1325563"/>
          </a:xfrm>
        </p:spPr>
        <p:txBody>
          <a:bodyPr/>
          <a:lstStyle/>
          <a:p>
            <a:r>
              <a:t>CO's Attainments - DSA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212" y="1058862"/>
            <a:ext cx="11157156" cy="5351769"/>
          </a:xfrm>
        </p:spPr>
        <p:txBody>
          <a:bodyPr>
            <a:normAutofit fontScale="60000"/>
          </a:bodyPr>
          <a:lstStyle/>
          <a:p>
            <a:r>
              <a:rPr lang="en-US" b="1" dirty="0">
                <a:sym typeface="+mn-ea"/>
              </a:rPr>
              <a:t>Searching (Linear Search)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Implemented using array methods like </a:t>
            </a:r>
            <a:r>
              <a:rPr lang="en-US" b="1" dirty="0">
                <a:sym typeface="+mn-ea"/>
              </a:rPr>
              <a:t>find(), filter(), and some()</a:t>
            </a:r>
            <a:r>
              <a:rPr lang="en-US" dirty="0">
                <a:sym typeface="+mn-ea"/>
              </a:rPr>
              <a:t>.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Used for login checks, duplicate email checking, finding books/students by ID, and borrow/return status checks.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sym typeface="+mn-ea"/>
              </a:rPr>
              <a:t>List ADT (Array-based)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Main data is stored as lists: </a:t>
            </a:r>
            <a:r>
              <a:rPr lang="en-US" b="1" dirty="0">
                <a:sym typeface="+mn-ea"/>
              </a:rPr>
              <a:t>students, books, </a:t>
            </a:r>
            <a:r>
              <a:rPr lang="en-US" b="1" dirty="0" err="1">
                <a:sym typeface="+mn-ea"/>
              </a:rPr>
              <a:t>issuedBooks</a:t>
            </a:r>
            <a:r>
              <a:rPr lang="en-US" dirty="0">
                <a:sym typeface="+mn-ea"/>
              </a:rPr>
              <a:t>.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Core list operations are used: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Add (</a:t>
            </a:r>
            <a:r>
              <a:rPr lang="en-US" b="1" dirty="0">
                <a:sym typeface="+mn-ea"/>
              </a:rPr>
              <a:t>push</a:t>
            </a:r>
            <a:r>
              <a:rPr lang="en-US" dirty="0">
                <a:sym typeface="+mn-ea"/>
              </a:rPr>
              <a:t>)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Delete (</a:t>
            </a:r>
            <a:r>
              <a:rPr lang="en-US" b="1" dirty="0">
                <a:sym typeface="+mn-ea"/>
              </a:rPr>
              <a:t>filter</a:t>
            </a:r>
            <a:r>
              <a:rPr lang="en-US" dirty="0">
                <a:sym typeface="+mn-ea"/>
              </a:rPr>
              <a:t>)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Update (</a:t>
            </a:r>
            <a:r>
              <a:rPr lang="en-US" b="1" dirty="0">
                <a:sym typeface="+mn-ea"/>
              </a:rPr>
              <a:t>edit record fields</a:t>
            </a:r>
            <a:r>
              <a:rPr lang="en-US" dirty="0">
                <a:sym typeface="+mn-ea"/>
              </a:rPr>
              <a:t>)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Traverse (</a:t>
            </a:r>
            <a:r>
              <a:rPr lang="en-US" b="1" dirty="0" err="1">
                <a:sym typeface="+mn-ea"/>
              </a:rPr>
              <a:t>forEach</a:t>
            </a:r>
            <a:r>
              <a:rPr lang="en-US" dirty="0">
                <a:sym typeface="+mn-ea"/>
              </a:rPr>
              <a:t>)</a:t>
            </a:r>
            <a:endParaRPr lang="en-US" dirty="0"/>
          </a:p>
          <a:p>
            <a:r>
              <a:rPr lang="en-US" b="1" dirty="0">
                <a:sym typeface="+mn-ea"/>
              </a:rPr>
              <a:t>Basic Algorithmic Flow (Practical)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Most features follow:</a:t>
            </a:r>
            <a:br>
              <a:rPr lang="en-US" dirty="0">
                <a:sym typeface="+mn-ea"/>
              </a:rPr>
            </a:br>
            <a:r>
              <a:rPr lang="en-US" b="1" dirty="0">
                <a:sym typeface="+mn-ea"/>
              </a:rPr>
              <a:t>Input → Validate → Search → Update → Save → Display</a:t>
            </a:r>
            <a:endParaRPr lang="en-US" dirty="0"/>
          </a:p>
          <a:p>
            <a:r>
              <a:rPr lang="en-US" dirty="0">
                <a:sym typeface="+mn-ea"/>
              </a:rPr>
              <a:t>Applied in registration, login, issue book, return book, and admin management actions.</a:t>
            </a:r>
            <a:endParaRPr lang="en-US" dirty="0"/>
          </a:p>
          <a:p>
            <a:r>
              <a:rPr lang="en-US" b="1" dirty="0">
                <a:sym typeface="+mn-ea"/>
              </a:rPr>
              <a:t>Persistent Data Handling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Lists are stored in </a:t>
            </a:r>
            <a:r>
              <a:rPr lang="en-US" b="1" dirty="0" err="1">
                <a:sym typeface="+mn-ea"/>
              </a:rPr>
              <a:t>localStorage</a:t>
            </a:r>
            <a:r>
              <a:rPr lang="en-US" dirty="0">
                <a:sym typeface="+mn-ea"/>
              </a:rPr>
              <a:t> using </a:t>
            </a:r>
            <a:r>
              <a:rPr lang="en-US" b="1" dirty="0">
                <a:sym typeface="+mn-ea"/>
              </a:rPr>
              <a:t>JSON</a:t>
            </a:r>
            <a:r>
              <a:rPr lang="en-US" dirty="0">
                <a:sym typeface="+mn-ea"/>
              </a:rPr>
              <a:t>.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Shows practical data structure usage with </a:t>
            </a:r>
            <a:r>
              <a:rPr lang="en-US" b="1" dirty="0">
                <a:sym typeface="+mn-ea"/>
              </a:rPr>
              <a:t>save/load/update across sessions</a:t>
            </a:r>
            <a:r>
              <a:rPr lang="en-US" dirty="0">
                <a:sym typeface="+mn-ea"/>
              </a:rPr>
              <a:t>.</a:t>
            </a:r>
            <a:endParaRPr lang="en-US" dirty="0"/>
          </a:p>
          <a:p/>
        </p:txBody>
      </p:sp>
      <p:pic>
        <p:nvPicPr>
          <p:cNvPr id="4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892" y="0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2552" y="178466"/>
            <a:ext cx="6368845" cy="753909"/>
          </a:xfrm>
        </p:spPr>
        <p:txBody>
          <a:bodyPr>
            <a:normAutofit fontScale="90000"/>
          </a:bodyPr>
          <a:lstStyle/>
          <a:p>
            <a:r>
              <a:rPr dirty="0"/>
              <a:t>Screenshots for FWD &amp; DSA</a:t>
            </a:r>
            <a:endParaRPr dirty="0"/>
          </a:p>
        </p:txBody>
      </p:sp>
      <p:pic>
        <p:nvPicPr>
          <p:cNvPr id="4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892" y="0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82" y="1721629"/>
            <a:ext cx="4213320" cy="234892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383" y="1110841"/>
            <a:ext cx="5266603" cy="4345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0529" y="345460"/>
            <a:ext cx="10515600" cy="1325563"/>
          </a:xfrm>
        </p:spPr>
        <p:txBody>
          <a:bodyPr/>
          <a:lstStyle/>
          <a:p>
            <a:r>
              <a:t>Geo‑Tag Photos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presentation geo‑tag photos will be placed here.</a:t>
            </a:r>
          </a:p>
        </p:txBody>
      </p:sp>
      <p:pic>
        <p:nvPicPr>
          <p:cNvPr id="4" name="Picture 5" descr="Welcome to K L Universit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892" y="0"/>
            <a:ext cx="3729498" cy="9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50" y="2489866"/>
            <a:ext cx="3952430" cy="29643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198" y="2362047"/>
            <a:ext cx="2145890" cy="38149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727" y="2404781"/>
            <a:ext cx="2394769" cy="3193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852" y="2862519"/>
            <a:ext cx="10515600" cy="1325563"/>
          </a:xfrm>
        </p:spPr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4333</Words>
  <Application>WPS Presentation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2013 - 2022 Theme</vt:lpstr>
      <vt:lpstr>   </vt:lpstr>
      <vt:lpstr>Abstract</vt:lpstr>
      <vt:lpstr>Existing System</vt:lpstr>
      <vt:lpstr>Proposed System</vt:lpstr>
      <vt:lpstr>System Architecture</vt:lpstr>
      <vt:lpstr>Project Modules</vt:lpstr>
      <vt:lpstr>Objectives</vt:lpstr>
      <vt:lpstr>CO's Attainments - FWD</vt:lpstr>
      <vt:lpstr>PowerPoint 演示文稿</vt:lpstr>
      <vt:lpstr>CO's Attainments - DSA</vt:lpstr>
      <vt:lpstr>Screenshots for FWD &amp; DSA</vt:lpstr>
      <vt:lpstr>Geo‑Tag Photos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BIRADHAR SATHISH KUMAR</dc:creator>
  <cp:lastModifiedBy>WPS_1708355922</cp:lastModifiedBy>
  <cp:revision>11</cp:revision>
  <dcterms:created xsi:type="dcterms:W3CDTF">2026-03-06T10:50:00Z</dcterms:created>
  <dcterms:modified xsi:type="dcterms:W3CDTF">2026-03-10T03:25:33Z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A74219D597E24936A2B3197F094B918F_12</vt:lpwstr>
  </property>
  <property fmtid="{D5CDD505-2E9C-101B-9397-08002B2CF9AE}" pid="3" name="KSOProductBuildVer">
    <vt:lpwstr>1033-12.2.0.23196</vt:lpwstr>
  </property>
</Properties>
</file>